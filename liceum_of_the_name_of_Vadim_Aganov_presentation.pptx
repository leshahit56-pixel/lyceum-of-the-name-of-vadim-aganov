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8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B57CF5-8016-BDC9-735C-3897DFAF85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28F667F-8855-0682-FA10-E80861D0A5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8FEFCD3-AA18-FBA0-C5D2-8BBDF3018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83401-1D45-4202-A44D-84E357F8D300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9358163-44B3-C221-31EA-1A44A13A5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B935B22-C2A6-4BA3-DECD-47C1128A9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175D-71F5-48FA-BF41-86BD84B10A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384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E27D2B-AB89-C8A5-2A6E-FBC147DDD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42B556-5297-7FBD-C4C5-2C661507C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ABC6999-9D3C-5347-E72F-0403E6F5C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83401-1D45-4202-A44D-84E357F8D300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EC07332-0DCF-651C-436F-AF75575CB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F1D9400-E80B-420C-D8F9-CF450E4F2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175D-71F5-48FA-BF41-86BD84B10A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9426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0BEFAE-0CDF-F808-2C24-0CD82337C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88A3B05-C8B7-6557-A39C-23582AA0CA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0E3C4F-28A4-A86D-7A07-03A7B4033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83401-1D45-4202-A44D-84E357F8D300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3191C0C-4370-A75F-9DA9-86829B0E8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E6CBDFB-A765-764A-3293-ADE0EB966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175D-71F5-48FA-BF41-86BD84B10A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1338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AB217D-BE98-F380-4D03-9BC772D1F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69BECD-12D7-A864-D560-55AFADCA41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95C752B-5BC6-373A-1DCA-6EC86957B3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4F46FE5-5CFC-D92E-5A80-C96CDB38D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83401-1D45-4202-A44D-84E357F8D300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8A3E40E-DC8B-1C8B-CEB4-2FD6005D9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346583A-A314-072E-84C7-AD9613083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175D-71F5-48FA-BF41-86BD84B10A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9591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E0D289-A766-978B-6CE3-76AFDA0D9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472E3F5-79DF-B666-708F-7096D51C2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DE603F9-8311-313B-0E8B-D7FE7D8ACD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2ED1DAD-EE2F-5FBA-0E08-1B28BF1E17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3FAE731-64BB-3920-0AF0-46652AA5F9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B2F8A81-182E-15C4-B1AB-F407167F8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83401-1D45-4202-A44D-84E357F8D300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EF7E51F-71F9-9F2F-3048-9A224B784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65573D5-AA31-AFCD-561C-57D9B78C0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175D-71F5-48FA-BF41-86BD84B10A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5933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7A2F80-E689-E4D2-55A2-53B8A9607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D9D9F48-4E59-E8D2-735E-0886B646A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83401-1D45-4202-A44D-84E357F8D300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6A37910-75B7-AF91-A01D-CD5828B64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E702ABE-B050-B363-C59D-087500D61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175D-71F5-48FA-BF41-86BD84B10A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2488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25EA2DE-2BFA-CC5E-6634-7C41ABEF9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83401-1D45-4202-A44D-84E357F8D300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EC9C30A-D655-C492-32FC-C36EB8C2D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43B8874-40B2-FF5F-5BDC-876483AA2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175D-71F5-48FA-BF41-86BD84B10A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9565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D92E69-7523-E129-E38B-519FD9B2E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267699-57D9-EC4F-8ACC-78A567A37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96C306F-F8BB-9E1D-E4CE-12D3707AF1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2830628-693B-3C50-DCAE-C9CC9B4B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83401-1D45-4202-A44D-84E357F8D300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C706413-F7A0-8548-5DC7-339D289BF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DEEA990-CCEC-EB82-1ABB-D4053B2D9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175D-71F5-48FA-BF41-86BD84B10A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3405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71A4BF-A48A-6775-3B6D-FFCE85F75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B2F4F3B-F657-CD7F-43D9-7BE030E8A1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E61FA12-512F-EE59-C423-EAD15B2B50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F10A3B0-4168-46B7-6CE5-652E91EE7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83401-1D45-4202-A44D-84E357F8D300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7CE5BD5-E746-C4AB-C18C-6051DE45D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50AB87D-4C78-CCA6-60E0-C154536A5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175D-71F5-48FA-BF41-86BD84B10A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2809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2D5750-4DB0-1FE1-68B9-BED7D486F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D4AB189-B810-DD2A-F2A0-2084655E0F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492B5EE-8809-A4BE-E130-780B13A46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83401-1D45-4202-A44D-84E357F8D300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A447641-E6E5-028F-75AB-B40DBC44D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33234C-2740-13C1-DCF8-066814961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175D-71F5-48FA-BF41-86BD84B10A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3436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3A6492F-30CC-01E9-D5C9-10544BAFCC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0BA80F7-8549-9DEC-D9AA-FEFA24907A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D1CAEF6-22BB-8974-BF75-2782965C2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83401-1D45-4202-A44D-84E357F8D300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66B2526-6BED-7D2A-B8E4-01C980492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DE151C-43B0-DEC5-2771-F4E64291B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0175D-71F5-48FA-BF41-86BD84B10A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1826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247137-6CD2-795C-CD7F-1CCAA3F9D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8EDF3FB-276E-2AEB-BF33-7B82632F7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872377B-DDF2-A235-020F-74EAAD42B5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083401-1D45-4202-A44D-84E357F8D300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10F14CD-C1C5-FF3F-F228-F38AFF3E4B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09CE91E-455F-0E13-1995-DFD5C83F31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A0175D-71F5-48FA-BF41-86BD84B10A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3966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3032">
              <a:schemeClr val="accent2"/>
            </a:gs>
            <a:gs pos="2000">
              <a:srgbClr val="7030A0"/>
            </a:gs>
            <a:gs pos="65625">
              <a:srgbClr val="EE8137"/>
            </a:gs>
            <a:gs pos="65250">
              <a:srgbClr val="EE8137"/>
            </a:gs>
            <a:gs pos="33000">
              <a:srgbClr val="ED8036"/>
            </a:gs>
            <a:gs pos="51000">
              <a:srgbClr val="FFC000"/>
            </a:gs>
            <a:gs pos="86000">
              <a:srgbClr val="E87C33"/>
            </a:gs>
            <a:gs pos="76000">
              <a:srgbClr val="FFC000"/>
            </a:gs>
            <a:gs pos="100000">
              <a:srgbClr val="7030A0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C510ED4D-9BC7-ADEF-6A9E-560C5FBAEEC9}"/>
              </a:ext>
            </a:extLst>
          </p:cNvPr>
          <p:cNvSpPr txBox="1">
            <a:spLocks/>
          </p:cNvSpPr>
          <p:nvPr/>
        </p:nvSpPr>
        <p:spPr>
          <a:xfrm>
            <a:off x="774192" y="1718437"/>
            <a:ext cx="10515600" cy="1325563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/>
              <a:t>Лицей имени Вадима </a:t>
            </a:r>
            <a:r>
              <a:rPr lang="ru-RU" b="1" dirty="0" err="1"/>
              <a:t>Аганова</a:t>
            </a:r>
            <a:endParaRPr lang="ru-RU" b="1" dirty="0"/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A2D62885-02F9-4513-E2E1-50162B8F2E46}"/>
              </a:ext>
            </a:extLst>
          </p:cNvPr>
          <p:cNvSpPr txBox="1">
            <a:spLocks/>
          </p:cNvSpPr>
          <p:nvPr/>
        </p:nvSpPr>
        <p:spPr>
          <a:xfrm>
            <a:off x="307848" y="5020690"/>
            <a:ext cx="3953256" cy="19933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dirty="0"/>
              <a:t>Проект защищают: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/>
              <a:t>Хитриков Алексей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/>
              <a:t>Полянский Александр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9154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3032">
              <a:srgbClr val="E77C33"/>
            </a:gs>
            <a:gs pos="2000">
              <a:srgbClr val="7030A0"/>
            </a:gs>
            <a:gs pos="65625">
              <a:srgbClr val="EE8137"/>
            </a:gs>
            <a:gs pos="65250">
              <a:srgbClr val="EE8137"/>
            </a:gs>
            <a:gs pos="64500">
              <a:srgbClr val="ED8036"/>
            </a:gs>
            <a:gs pos="63000">
              <a:srgbClr val="EB7F35"/>
            </a:gs>
            <a:gs pos="60000">
              <a:srgbClr val="E87C33"/>
            </a:gs>
            <a:gs pos="66000">
              <a:schemeClr val="accent2">
                <a:lumMod val="97000"/>
                <a:lumOff val="3000"/>
              </a:schemeClr>
            </a:gs>
            <a:gs pos="100000">
              <a:srgbClr val="7030A0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E6AE5F-6D7D-2655-47F5-E2A981A297BA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ctr"/>
            <a:r>
              <a:rPr lang="ru-RU" b="1" dirty="0"/>
              <a:t>Цель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1A227B-233B-B11C-096D-46E51C29E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0640" y="4697222"/>
            <a:ext cx="2388108" cy="652017"/>
          </a:xfrm>
        </p:spPr>
        <p:txBody>
          <a:bodyPr/>
          <a:lstStyle/>
          <a:p>
            <a:pPr marL="0" indent="0">
              <a:buNone/>
            </a:pPr>
            <a:r>
              <a:rPr lang="ru-RU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Наш логотип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8C25798-9C3F-283F-DE7C-D562482E37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3128" y="3718206"/>
            <a:ext cx="2618232" cy="2610050"/>
          </a:xfrm>
          <a:prstGeom prst="rect">
            <a:avLst/>
          </a:prstGeom>
        </p:spPr>
      </p:pic>
      <p:sp>
        <p:nvSpPr>
          <p:cNvPr id="7" name="Стрелка: вправо 6">
            <a:extLst>
              <a:ext uri="{FF2B5EF4-FFF2-40B4-BE49-F238E27FC236}">
                <a16:creationId xmlns:a16="http://schemas.microsoft.com/office/drawing/2014/main" id="{0055EB75-F087-9FA6-E4DB-726156AF34AF}"/>
              </a:ext>
            </a:extLst>
          </p:cNvPr>
          <p:cNvSpPr/>
          <p:nvPr/>
        </p:nvSpPr>
        <p:spPr>
          <a:xfrm>
            <a:off x="4514088" y="4407407"/>
            <a:ext cx="2618232" cy="113385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7DD79758-CEC2-5C01-F934-9A3E94C4DD2C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/>
              <a:t>В рамках данного проекта мы создали курсы по изучению языков программирования, чтобы каждый желающий мог получать базовые знания и стать крутым айтишник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64352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E87C33"/>
            </a:gs>
            <a:gs pos="0">
              <a:srgbClr val="7030A0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F92BA4-5FA3-0282-C2CA-88DE76F41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Основные функции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17CCB0-BA6A-48F7-0B8B-202915A83D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Вход/регистрация 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Выбор курса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Выбор урока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Чтение учебника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Решение задач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Общение с нейросетью 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Просмотр профиля</a:t>
            </a:r>
          </a:p>
        </p:txBody>
      </p: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43EEC8AC-8FA7-2F38-EACE-F1B5FA504A67}"/>
              </a:ext>
            </a:extLst>
          </p:cNvPr>
          <p:cNvCxnSpPr>
            <a:cxnSpLocks/>
          </p:cNvCxnSpPr>
          <p:nvPr/>
        </p:nvCxnSpPr>
        <p:spPr>
          <a:xfrm flipV="1">
            <a:off x="6305550" y="4576763"/>
            <a:ext cx="1381125" cy="1379537"/>
          </a:xfrm>
          <a:prstGeom prst="straightConnector1">
            <a:avLst/>
          </a:prstGeom>
          <a:ln w="12700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8EB8997-227C-B250-8FF9-C6D91C937C9C}"/>
              </a:ext>
            </a:extLst>
          </p:cNvPr>
          <p:cNvSpPr txBox="1"/>
          <p:nvPr/>
        </p:nvSpPr>
        <p:spPr>
          <a:xfrm>
            <a:off x="3789887" y="5718860"/>
            <a:ext cx="27241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Одна из вариаций логотипа</a:t>
            </a: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D8E11E1E-B627-D0AB-AAF4-EBDBBEFDBA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2076450"/>
            <a:ext cx="4087289" cy="222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05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646F48-4E33-DB42-1F92-269BFB645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8850" y="3352801"/>
            <a:ext cx="7496175" cy="1595438"/>
          </a:xfrm>
        </p:spPr>
        <p:txBody>
          <a:bodyPr/>
          <a:lstStyle/>
          <a:p>
            <a:r>
              <a:rPr lang="ru-RU" dirty="0"/>
              <a:t>Спасибо за внимание! Теперь перейдем к просмотру сайта.</a:t>
            </a:r>
          </a:p>
        </p:txBody>
      </p:sp>
    </p:spTree>
    <p:extLst>
      <p:ext uri="{BB962C8B-B14F-4D97-AF65-F5344CB8AC3E}">
        <p14:creationId xmlns:p14="http://schemas.microsoft.com/office/powerpoint/2010/main" val="334931107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70</Words>
  <Application>Microsoft Office PowerPoint</Application>
  <PresentationFormat>Широкоэкранный</PresentationFormat>
  <Paragraphs>17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Тема Office</vt:lpstr>
      <vt:lpstr>Презентация PowerPoint</vt:lpstr>
      <vt:lpstr>Цель проекта</vt:lpstr>
      <vt:lpstr>Основные функции</vt:lpstr>
      <vt:lpstr>Спасибо за внимание! Теперь перейдем к просмотру сайта.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. .</dc:creator>
  <cp:lastModifiedBy>. .</cp:lastModifiedBy>
  <cp:revision>1</cp:revision>
  <dcterms:created xsi:type="dcterms:W3CDTF">2026-05-02T09:57:08Z</dcterms:created>
  <dcterms:modified xsi:type="dcterms:W3CDTF">2026-05-02T10:44:27Z</dcterms:modified>
</cp:coreProperties>
</file>